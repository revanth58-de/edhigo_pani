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4B400"/>
                </a:solidFill>
              </a:defRPr>
            </a:pPr>
            <a:r>
              <a:t>Dinasari (edhigo_pani) ☞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Digitizing Agricultural Labor &amp; Machinery Renting in India</a:t>
            </a:r>
          </a:p>
          <a:p/>
          <a:p>
            <a:r>
              <a:t>INVESTOR PITCH DECK  |  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The Agricultural Labor Crisis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Labor Shortages during Peak Seasons: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Sowing and harvesting seasons trigger massive localized demand spikes.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Finding reliable workers manually is tedious and slow.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Manual Matchmaking Fails: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Farmers rely on word-of-mouth or local labor contractors (Thekedars).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Contractors extract high commissions, keeping worker wages low.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Equipment Underutilization: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Machinery owners (tractors, combine harvesters) suffer from low usage rates.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Lack of a central marketplace to find bookings.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Lack of Operational Transparency &amp; Trust: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Attendance is tracked on paper notebooks, leading to constant friction.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Disputes regarding late arrivals, hours worked, and payout calculations.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No Payment Security: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Gig-workers are vulnerable to delayed payments or complete wage defaults.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Language &amp; Digital Barriers: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Standard job portals fail because rural gig-workers cannot read complex English text.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Need local language voice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Dinasari: The Unified Digital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Smart Matchmaking Portal: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Connects Farmers directly with individual Workers, organized labor Groups (via leaders), and Machinery rentals.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Matches based on task type, proximity, and ratings.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QR-Based Attendance Ledger: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Locational check-in and check-out verified via secure in-app QR scanning.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Automatically compiles working hours and removes paper record disputes.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Direct Payout Calculations: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Calculates exact payments dynamically based on tracked check-in hours.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Generates payment summaries for cash or direct UPI payouts.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Voice &amp; Local Languages: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Includes voice guidance and simple, iconography-focused UI templates.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Available in local languages (English, Telugu, Hindi) for low-literacy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A Massive, Untapped Rural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TAM (Total Addressable Market):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₹22,000 Crore ($2.7 Billion)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Total value of agricultural daily labor payrolls and equipment rentals across major agricultural states in India.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SAM (Serviceable Addressable Market):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₹5,500 Crore ($670 Million)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Smallholders and gig-workers actively utilizing mobile internet and smartphones in targeted rural zones (AP, Telangana, Karnataka).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SOM (Serviceable Obtainable Market):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₹1,100 Crore ($135 Million)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Our target transactional volume captured within the first 5 years of operation.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Focus on FPO networks and progressive farming hubs.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Farmer Journey: Sourcing Labor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1: Post Job Details: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Select crop category and specific work type (Harvesting, Sowing, Spraying).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Enter daily wage, date, and labor count needed.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2: Match &amp; Select: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Browse individual workers or organized groups matching proximity on the Live Discovery Map.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3: QR Code Attendance Check-In: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Display Check-In QR code when workers arrive. Scan verifies worker locations &amp; check-in timestamps.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4: Track Progress &amp; Check-Out: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Monitor work status and show Check-Out QR code at shift end.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5: Dynamic Settlement: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Review payment summaries, pay cash/UPI, and rate workers.</a:t>
            </a:r>
          </a:p>
        </p:txBody>
      </p:sp>
      <p:pic>
        <p:nvPicPr>
          <p:cNvPr id="4" name="Picture 3" descr="farmer_home_screen_1783571315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83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Worker Journey: Reliable Work &amp; Payouts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1: Profile Registration: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Register with mobile OTP, age, gender, and skills.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Toggle status to Online to appear in local search lists.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2: Push Notifications: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Receive loud, voice-guided notifications detailing the farm distance, daily wage, and specific task details.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3: GPS Field Navigation: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Accept the offer and view precise farm location routes.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4: QR Check-In/Out: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Scan the Farmer's QR code on arrival and departure.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Step 5: Earnings Ledger: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Track daily wages and settlement statuses in the personal dashboard.</a:t>
            </a:r>
          </a:p>
        </p:txBody>
      </p:sp>
      <p:pic>
        <p:nvPicPr>
          <p:cNvPr id="4" name="Picture 3" descr="worker_home_screen_1783571328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83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Group Leader Journey: Scaling Up Farm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Empowering Local Gang Leaders (Mestris):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Build Digital Groups: Leaders register and bundle village workers into active groups.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Accept Collective Jobs: Leaders review and accept large-scale group jobs posted by farmers.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One-Scan Attendance: Farmer scans the Leader's Group QR code, checking in all team members instantly.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Operational Controls &amp; Wage Distribution: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Wage Splitter Calculator: Generates structured salary breakdowns per worker based on individual attendance.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Group Management Screen: Add or remove group members, assign specific crop skills, and review historical group earnings.</a:t>
            </a:r>
          </a:p>
        </p:txBody>
      </p:sp>
      <p:pic>
        <p:nvPicPr>
          <p:cNvPr id="4" name="Picture 3" descr="qr_attendance_screen_1783571342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83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Renters: Maximizing Tractor &amp; Equipment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Equipment Listings &amp; Matching: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Register Machinery: Owners upload details of tractors, harvesters, or power sprayers.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Set Hourly / Acre Rates: Control pricing and list available tools directly for matching.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Real-Time Bookings: Farmers discover and request machinery rental schedules directly on maps.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Tracking &amp; Payouts: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QR Start Work Verification: QR scans verify the start and end of machinery rental operations.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Booking Calendar: View upcoming bookings, block holiday dates, and manage logistics.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Shared Platform Services &amp; 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Live Map Discovery: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GPS-enabled live map shows nearby farmers seeking workers and online workers seeking jobs.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Dinasari AI Chatbot: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Intelligent chatbot assistant answering queries on weather, mandi rates, and crop-work issues.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Guides low-literacy users via voice.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Dispute Desk (IT Rules Compliant):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Formal dispute resolution screen connected to Grievance Redressal Officer Rajendra Prasad.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Notification Center: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Socket.io real-time alerts for booking acceptances, QR scan completions, and weather warnings.</a:t>
            </a:r>
          </a:p>
        </p:txBody>
      </p:sp>
      <p:pic>
        <p:nvPicPr>
          <p:cNvPr id="4" name="Picture 3" descr="map_discovery_screen_1783571358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83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Seamless Navigation Across 61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132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Core App Flow Stages: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Authentication Stack: Splash -&gt; LanguageSelection -&gt; Register (T&amp;C Check) -&gt; OTP Verification -&gt; RoleSelection.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Farmer Match Flow: FarmerHome -&gt; CropWorkTypes -&gt; FindWorkers/Groups -&gt; RequestSent -&gt; RequestAccepted.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Attendance Loop: ArrivalAlert -&gt; QRAttendance (Check-In) -&gt; WorkInProgress -&gt; QRAttendanceOUT (Check-Out).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Settlement &amp; Support Flow: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Payment &amp; Review: Payment (UPI / Cash Summary) -&gt; RateWorker / RateFarmer -&gt; Transaction completed.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Leader &amp; Machinery Stacks: GroupSetup -&gt; ManageGroup -&gt; GroupQRAttendance | MachineryHome -&gt; MachineryBooking.</a:t>
            </a:r>
          </a:p>
          <a:p>
            <a:pPr>
              <a:spcAft>
                <a:spcPts val="1200"/>
              </a:spcAft>
              <a:defRPr sz="1400">
                <a:solidFill>
                  <a:srgbClr val="131811"/>
                </a:solidFill>
              </a:defRPr>
            </a:pPr>
            <a:r>
              <a:t>• Shared Services Support: Notifications -&gt; Dispute / DisputeHistory -&gt; SupportAndLegal (Terms &amp; Policies).</a:t>
            </a:r>
          </a:p>
        </p:txBody>
      </p:sp>
      <p:pic>
        <p:nvPicPr>
          <p:cNvPr id="4" name="Picture 3" descr="support_legal_screen_1783571372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83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Four Direct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Platform Convenience Fee: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3% - 5% transaction commission charged on daily worker payouts, calculated automatically on job completion.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Machinery Rental Commission: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8% - 10% commission on heavy equipment rental bookings (tractors, tillers, harvest tools).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B2B Advertising Banners: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Banner ads and promoted listings for seed brands, fertilizer suppliers, and tractor agencies.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Financial Service Cross-Selling: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Partnership margins for distributing tailored micro-insurance (crop protection, accident) and agricultural credit.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Localized Viral Loops &amp; FPO Partnerships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Leveraging FPOs &amp; Village Leaders: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FPO Integration: Partnership with Farmer Producer Organizations (FPOs) to register clusters of farmers.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Gram Panchayat Campaigns: Conducting physical village meetings (Choupals) to address digital trust barriers.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Mestri / Leader Referral Loop: Incentivizing Gang Leaders to onboard their regular worker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Digital Acquisition &amp; Trust Systems: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Localized SMS &amp; Voice Broadcasts: Auto-dial calls explaining app benefits in native Telugu and Hindi accents.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Agri-Input Store Affiliates: Onboarding local seed &amp; fertilizer retailers as Dinasari registration kiosks.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Strong Unit Economics &amp; Rapid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CAC (Customer Acquisition Cost): ₹200 ($2.4)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Low CAC achieved via viral worker-to-worker loops and FPO channels.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LTV (3-Year Lifetime Value): ₹1,800 ($22)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Consistent transactional commissions across crop seasons.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LTV / CAC Ratio: 9.0x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High profitability and marketing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3-Year Projections Roadmap: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Year 1: 50,000 active users in AP &amp; Telangana. GTV of ₹50 Cr, yielding ₹2.5 Cr platform revenue.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Year 2: Expansion to Maharashtra &amp; Karnataka. 250,000 active users. GTV of ₹300 Cr, yielding ₹15 Cr platform revenue.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Year 3: Nationwide scaling. 1,000,000 active users. GTV of ₹1,400 Cr, yielding ₹70 Cr platform revenue.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8A3D"/>
                </a:solidFill>
              </a:defRPr>
            </a:pPr>
            <a:r>
              <a:t>Strong Competitive Moat in Rural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How Dinasari Beats Competitors: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Agri-Specific Workflows: Other portals focus on urban white/blue collar jobs. Dinasari matches tasks strictly related to agriculture.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Group-Hiring Mechanics: Traditional job boards hire 1-to-1. Dinasari supports group recruitment directly, mirroring village labor dynamics.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QR Attendance Ledger: Verifies actual work duration. No manual diaries, minimizing trust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Defending our Moat: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Machinery Rental Integration: Solves the labor matching and capital equipment rental challenges in one single application.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Grievance Desk Integration: Our dedicated dispute resolution desk creates long-term trust.</a:t>
            </a:r>
          </a:p>
          <a:p>
            <a:pPr>
              <a:spcAft>
                <a:spcPts val="1400"/>
              </a:spcAft>
              <a:defRPr sz="1400">
                <a:solidFill>
                  <a:srgbClr val="131811"/>
                </a:solidFill>
              </a:defRPr>
            </a:pPr>
            <a:r>
              <a:t>• Low-Literacy Design: Simple iconography combined with native sound clips keeps users engaged.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4B400"/>
                </a:solidFill>
              </a:defRPr>
            </a:pPr>
            <a:r>
              <a:t>The Seed Round: Capitalizing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Seeking ₹8 Crore ($1.0 Million USD) Seed Funding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Funding Allocation Breakdown: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40% Product &amp; Engineering: Building scalable backend APIs, chatbot voice capabilities, and offline sync.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35% GTM &amp; Customer Acquisition: Marketing roadshows, village panchayat setups, and FPO incentive schemes.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15% Operations &amp; Support: Grievance Desk expansion, on-field coordinators, and helpline operators.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• 10% General &amp; Administrative: Corporate legal compliance, office space, and reserve contingency.</a:t>
            </a:r>
          </a:p>
          <a:p>
            <a:br/>
            <a:pPr>
              <a:spcAft>
                <a:spcPts val="1400"/>
              </a:spcAft>
              <a:defRPr sz="1400">
                <a:solidFill>
                  <a:srgbClr val="FFFFFF"/>
                </a:solidFill>
              </a:defRPr>
            </a:pPr>
            <a:r>
              <a:t>Contact: funding@dinasari.in  |  Edhigo Pani Technologies Private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